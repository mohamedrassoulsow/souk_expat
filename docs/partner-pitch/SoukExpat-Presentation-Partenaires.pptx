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-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28600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28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Mondial des Expatriés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communautaire pour les expatriés au Maroc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Acheter, vendre et échanger en toute confiance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soukexpat.com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11480" y="7772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Faciliter la vie des expatriés en créant un espace simple et sécurisé pour se rencontrer autour d’annonces locales.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81381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 ciblée : expatriés et résidents au Maroc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relation directe entre acheteurs et vendeurs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claire, modérée et gratuite à consulter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web moderne, mobile et installable (PWA)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Promesse : « Trouvez tout, partout. »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846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— Document partenaires confidentiel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&amp; la solution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4023360" cy="352044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754880" y="914400"/>
            <a:ext cx="4023360" cy="352044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8348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7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SoukExpat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160020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 dispersées (groupes, réseaux)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confiance et peu de modération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difficile ou peu clair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d’outil pensé pour les expat au Maroc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83480" y="160020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centralisée et claire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 modérées avant publication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+ WhatsApp intégrés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par catégorie et ville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4846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— Document partenaires confidentiel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qui 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11480" y="1005840"/>
            <a:ext cx="2651760" cy="33375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11480" y="1005840"/>
            <a:ext cx="2651760" cy="109728"/>
          </a:xfrm>
          <a:prstGeom prst="rect">
            <a:avLst/>
          </a:prstGeom>
          <a:solidFill>
            <a:srgbClr val="4B79A1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325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Acheteurs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1920240"/>
            <a:ext cx="22860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Trouvent rapidement un bien ou un service près de chez eux, filtrent par ville/catégorie, contactent le vendeur.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651760" cy="33375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3291840" y="1005840"/>
            <a:ext cx="2651760" cy="109728"/>
          </a:xfrm>
          <a:prstGeom prst="rect">
            <a:avLst/>
          </a:prstGeom>
          <a:solidFill>
            <a:srgbClr val="4B79A1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1325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Vendeurs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474720" y="1920240"/>
            <a:ext cx="22860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Publient une annonce avec photos, suivent la validation, gèrent leurs offres et répondent aux messages.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1005840"/>
            <a:ext cx="2651760" cy="333756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6172200" y="1005840"/>
            <a:ext cx="2651760" cy="109728"/>
          </a:xfrm>
          <a:prstGeom prst="rect">
            <a:avLst/>
          </a:prstGeom>
          <a:solidFill>
            <a:srgbClr val="4B79A1"/>
          </a:solidFill>
          <a:ln/>
        </p:spPr>
      </p:sp>
      <p:sp>
        <p:nvSpPr>
          <p:cNvPr id="16" name="Text 13"/>
          <p:cNvSpPr/>
          <p:nvPr/>
        </p:nvSpPr>
        <p:spPr>
          <a:xfrm>
            <a:off x="6355080" y="1325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55080" y="1920240"/>
            <a:ext cx="22860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Accèdent à une audience expatriée engagée (visibilité, sponsoring, distribution co-brandée).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4846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— Document partenaires confidentiel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acheteur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2011680" cy="3154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051560" y="1371600"/>
            <a:ext cx="640080" cy="640080"/>
          </a:xfrm>
          <a:prstGeom prst="ellipse">
            <a:avLst/>
          </a:prstGeom>
          <a:solidFill>
            <a:srgbClr val="1B2E4B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7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27432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Accueil, recherche, filtres catégorie &amp; ville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60320" y="1143000"/>
            <a:ext cx="2011680" cy="3154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246120" y="1371600"/>
            <a:ext cx="640080" cy="640080"/>
          </a:xfrm>
          <a:prstGeom prst="ellipse">
            <a:avLst/>
          </a:prstGeom>
          <a:solidFill>
            <a:srgbClr val="1B2E4B"/>
          </a:solidFill>
          <a:ln/>
        </p:spPr>
      </p:sp>
      <p:sp>
        <p:nvSpPr>
          <p:cNvPr id="13" name="Text 10"/>
          <p:cNvSpPr/>
          <p:nvPr/>
        </p:nvSpPr>
        <p:spPr>
          <a:xfrm>
            <a:off x="324612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69748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7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697480" y="27432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annonce, photos, profil vendeur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1143000"/>
            <a:ext cx="2011680" cy="3154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440680" y="1371600"/>
            <a:ext cx="640080" cy="640080"/>
          </a:xfrm>
          <a:prstGeom prst="ellipse">
            <a:avLst/>
          </a:prstGeom>
          <a:solidFill>
            <a:srgbClr val="1B2E4B"/>
          </a:solidFill>
          <a:ln/>
        </p:spPr>
      </p:sp>
      <p:sp>
        <p:nvSpPr>
          <p:cNvPr id="18" name="Text 15"/>
          <p:cNvSpPr/>
          <p:nvPr/>
        </p:nvSpPr>
        <p:spPr>
          <a:xfrm>
            <a:off x="544068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9204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7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92040" y="27432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SoukExpat et/ou WhatsApp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949440" y="1143000"/>
            <a:ext cx="2011680" cy="3154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7635240" y="1371600"/>
            <a:ext cx="640080" cy="640080"/>
          </a:xfrm>
          <a:prstGeom prst="ellipse">
            <a:avLst/>
          </a:prstGeom>
          <a:solidFill>
            <a:srgbClr val="1B2E4B"/>
          </a:solidFill>
          <a:ln/>
        </p:spPr>
      </p:sp>
      <p:sp>
        <p:nvSpPr>
          <p:cNvPr id="23" name="Text 20"/>
          <p:cNvSpPr/>
          <p:nvPr/>
        </p:nvSpPr>
        <p:spPr>
          <a:xfrm>
            <a:off x="763524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08660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7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Conclure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086600" y="27432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 hors plateforme, en personne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846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— Document partenaires confidentiel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9808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vendeur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2011680" cy="3154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1051560" y="1371600"/>
            <a:ext cx="640080" cy="640080"/>
          </a:xfrm>
          <a:prstGeom prst="ellipse">
            <a:avLst/>
          </a:prstGeom>
          <a:solidFill>
            <a:srgbClr val="1B2E4B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7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S’inscrire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27432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+ profil (WhatsApp optionnel)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60320" y="1143000"/>
            <a:ext cx="2011680" cy="3154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246120" y="1371600"/>
            <a:ext cx="640080" cy="640080"/>
          </a:xfrm>
          <a:prstGeom prst="ellipse">
            <a:avLst/>
          </a:prstGeom>
          <a:solidFill>
            <a:srgbClr val="1B2E4B"/>
          </a:solidFill>
          <a:ln/>
        </p:spPr>
      </p:sp>
      <p:sp>
        <p:nvSpPr>
          <p:cNvPr id="13" name="Text 10"/>
          <p:cNvSpPr/>
          <p:nvPr/>
        </p:nvSpPr>
        <p:spPr>
          <a:xfrm>
            <a:off x="324612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69748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7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697480" y="27432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Titre, prix MAD, photos, catégorie, ville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1143000"/>
            <a:ext cx="2011680" cy="3154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440680" y="1371600"/>
            <a:ext cx="640080" cy="640080"/>
          </a:xfrm>
          <a:prstGeom prst="ellipse">
            <a:avLst/>
          </a:prstGeom>
          <a:solidFill>
            <a:srgbClr val="1B2E4B"/>
          </a:solidFill>
          <a:ln/>
        </p:spPr>
      </p:sp>
      <p:sp>
        <p:nvSpPr>
          <p:cNvPr id="18" name="Text 15"/>
          <p:cNvSpPr/>
          <p:nvPr/>
        </p:nvSpPr>
        <p:spPr>
          <a:xfrm>
            <a:off x="544068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9204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7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92040" y="27432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par l’équipe avant mise en ligne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949440" y="1143000"/>
            <a:ext cx="2011680" cy="315468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7635240" y="1371600"/>
            <a:ext cx="640080" cy="640080"/>
          </a:xfrm>
          <a:prstGeom prst="ellipse">
            <a:avLst/>
          </a:prstGeom>
          <a:solidFill>
            <a:srgbClr val="1B2E4B"/>
          </a:solidFill>
          <a:ln/>
        </p:spPr>
      </p:sp>
      <p:sp>
        <p:nvSpPr>
          <p:cNvPr id="23" name="Text 20"/>
          <p:cNvSpPr/>
          <p:nvPr/>
        </p:nvSpPr>
        <p:spPr>
          <a:xfrm>
            <a:off x="7635240" y="1463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08660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7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086600" y="2743200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/ WhatsApp, suivi Mes annonces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846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— Document partenaires confidentiel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49808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914400"/>
            <a:ext cx="81381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 avec photos, prix (MAD), catégories et villes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intégrée : texte, photo, partage de position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WhatsApp (profil, annonce, bouton site)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public vendeur et gestion « Mes annonces »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installable (desktop, Android, iOS)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mobile /api/v1 (JWT) pour clients futurs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: À propos, Comment ça marche, FAQ, Contact, Blog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46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— Document partenaires confidentiel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&amp; sécurité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11480" y="7772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n’est pas une marketplace de paiement : son rôle est la mise en relation.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81381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Modération des annonces avant publication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de sécurité : ne pas payer avant réception du produit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gestion des paiements, livraisons ou litiges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 limitée à la mise en contact des membres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des messages limitée (purge ~30 jours)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possible via le formulaire de contact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846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— Document partenaires confidentiel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&amp; analytics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914400"/>
            <a:ext cx="81381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éditeur / administrateur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refus ou suspension des annonces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catégories, villes et slider d’accueil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 contact et supervision des conversations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avec exports Excel, Word et PDF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du site (textes, réseaux, FAQ)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 (rôle admin)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46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— Document partenaires confidentiel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914400"/>
            <a:ext cx="81381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Symfony 8 / PHP 8.4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Twig + Bootstrap, responsive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MySQL / MariaDB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JWT pour applications mobiles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(manifest + service worker)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production HTTPS (soukexpat.com)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46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— Document partenaires confidentiel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 partenaires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11480" y="7772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leviers de collaboration alignés avec la communauté expatriée.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81381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/ sponsoring (espaces d’accueil, slider)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 co-brandées vers l’audience expat au Maroc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(web, PWA, apps via API)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d’audience et d’activité (analytics)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locaux : immobilier, mobilité, services, lifestyle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4846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— Document partenaires confidentiel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SoukExpat 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914400"/>
            <a:ext cx="81381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clair : communauté expatriée au Maroc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déjà opérationnel en ligne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mobile-first + installable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confiance transparent (pas de fausse promesse)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technique moderne et extensible (API)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: Sécurité · Communauté · Rapidité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46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— Document partenaires confidentiel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01168"/>
            <a:ext cx="1234440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5603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914400"/>
            <a:ext cx="81381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 produit sur soukexpat.com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guidée (parcours acheteur / vendeur / admin)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du format de partenariat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de collaboration et indicateurs de succès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4846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— Document partenaires confidentiel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4846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E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B79A1"/>
          </a:solidFill>
          <a:ln/>
        </p:spPr>
      </p:sp>
      <p:pic>
        <p:nvPicPr>
          <p:cNvPr id="4" name="Image 0" descr="C:\Users\hp\Desktop\project\Expat-Souk\teste responsive\souk_expat\public\logo-souk-expat-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28600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828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Ensemble, simplifions la vie des expatriés au Maroc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soukexpat.com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contact@soukexpat.com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SoukExpat — Le Marché Mondial des Expatriés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SoukExpat — Présentation partenaires</dc:title>
  <dc:subject>Marketplace expatriés au Maroc</dc:subject>
  <dc:creator>SoukExpat</dc:creator>
  <cp:lastModifiedBy>SoukExpat</cp:lastModifiedBy>
  <cp:revision>1</cp:revision>
  <dcterms:created xsi:type="dcterms:W3CDTF">2026-08-06T16:10:46Z</dcterms:created>
  <dcterms:modified xsi:type="dcterms:W3CDTF">2026-08-06T16:10:46Z</dcterms:modified>
</cp:coreProperties>
</file>